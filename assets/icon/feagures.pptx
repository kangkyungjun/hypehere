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AF"/>
    <a:srgbClr val="006FB2"/>
    <a:srgbClr val="0476BC"/>
    <a:srgbClr val="0C8CD6"/>
    <a:srgbClr val="035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9"/>
    <p:restoredTop sz="94678"/>
  </p:normalViewPr>
  <p:slideViewPr>
    <p:cSldViewPr snapToGrid="0">
      <p:cViewPr varScale="1">
        <p:scale>
          <a:sx n="106" d="100"/>
          <a:sy n="106" d="100"/>
        </p:scale>
        <p:origin x="-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E348E-D542-9951-8D12-C5395FF92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644FED-FC67-1C2B-0C36-2CD39270D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9DD741-588F-9B79-70AB-D9ADDA1C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203B9A-EA48-9BCF-F3A6-FBDAD28F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433854-CE10-475F-F12F-DB953FEE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675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B750C-F588-CBD5-D4C0-ACF7B626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635675-ABAF-5920-DDBA-235540A93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E183D7-6591-693F-F9F2-74E2EE13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BAEDF-6412-4018-6774-551640A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5B6715-D175-EC32-B5B1-F7A6F2A2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8406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741252-7DF9-7E49-CD72-D52FA446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076239-DB97-2517-A1A7-51780BAF8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01AC0C-0D74-3D95-A717-028FF0C5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1DB450-159F-28BE-22F0-D10C54A6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3112CF-4533-6E9E-DE94-48491DF1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633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4D51B-6335-7079-87A7-C99BAF16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1A3146-D3D1-52A4-FB79-C4E57ECD8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0264D0-B6F2-C186-FA38-2831D7851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41E076-BF1E-A72A-9AFB-E469B7279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E02364-118C-01BD-495C-DA18AFF0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ECB021-ED7F-5EAD-DB89-E6E5E5D9C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676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D1275-3B19-5948-DB2C-12B54D21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1D7ED0-5114-FA5F-F691-4E2CACBDF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B98DB9-1018-A671-90F2-89FB22223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B06C551-9DF1-0F62-FA83-6459EE357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7E1824-3F8B-9BE8-18B8-CD61C0B1F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C9E5D2-F7CA-5713-6D96-5A581AA5F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E107AE-80B3-1262-5B78-5ED4F920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F76239-C4CD-210B-1F82-67B95E43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697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A9B8A5-C048-138C-449B-E2D8CF98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9AE010-1D3D-2205-EAAD-AB0FC9D4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6DA08F-C2BB-7437-D29C-BFBF7F17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C29FB7-F776-B09E-A492-1883065F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50796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AE3A4C-84A5-E35C-44F6-20B6D3C4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C3E839-5CAE-E16D-4A21-11B411E0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7E9EEB-B79A-24B0-E2E5-63C1147E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882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BB332-C434-94CF-B7C5-7FA25090B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D8C02-600F-309F-C4AB-A60B2BA82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CD8223-7CAE-7FE9-3E2D-50F4D4D19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B5E1A-6EF7-90F8-EE6A-3220A0E6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7B0B06-5651-CA2F-ECA9-B3C808B0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7A987D-8B17-B354-BC3B-CAE69B86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9148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AEE22-F811-C92D-C50E-13521984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B9A4A0-86A3-4C30-30CD-C3B1ED4E1B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AC0E9B-47AB-438F-6E23-6826943D1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D5759B-FB95-336E-E678-2267C1BB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670561-9B40-9904-0D73-FA551E52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D61D0F-C4BF-3403-BD4C-C123A9D6A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731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F88BE-A63B-1498-7415-1A2018584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CDEB45-F5EE-1675-2077-20036882B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9A4CF4-9C6F-DBA2-A4DD-E6DA40C1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AF0E7B-1E14-DD4C-FC48-05ADCC2E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8B7A79-F53A-C8A8-3A7D-1628FC75D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140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E462D4-4E0B-58E0-EDF7-9C0F56F97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B019A8-B4D7-B2A5-E7CB-CF822A693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8EE0F8-BEAE-A9E0-5882-BF7839B3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8ACCFA-95A1-A697-EB66-A4FB1A49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434AB-3889-2FDB-399B-9B9A415A4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373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EFDC0D-209F-5EB5-AC56-F204E517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EAC751-9186-F91D-B50A-F18201F6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37417A-E4BA-2D0C-7064-890AFB110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A80E4-E08B-9842-A12A-7A8FC15B15ED}" type="datetimeFigureOut">
              <a:rPr kumimoji="1" lang="ko-KR" altLang="en-US" smtClean="0"/>
              <a:t>2026. 2. 26.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F80C06-77F5-B53B-7927-9575DC52B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43AAE6-C7FE-06B7-62C5-FEFA7994D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8FDF7-07D9-7845-91B2-10473569CCF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602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719BDC32-8459-55F1-A946-781436EDAE2A}"/>
              </a:ext>
            </a:extLst>
          </p:cNvPr>
          <p:cNvGrpSpPr/>
          <p:nvPr/>
        </p:nvGrpSpPr>
        <p:grpSpPr>
          <a:xfrm>
            <a:off x="0" y="0"/>
            <a:ext cx="6514354" cy="2653554"/>
            <a:chOff x="2844799" y="2097741"/>
            <a:chExt cx="6514354" cy="2653554"/>
          </a:xfrm>
        </p:grpSpPr>
        <p:pic>
          <p:nvPicPr>
            <p:cNvPr id="5" name="그림 4" descr="텍스트, 명함, 로고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E5F5D66-02A1-3A0A-C623-DD57F952D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526" r="-184" b="29665"/>
            <a:stretch>
              <a:fillRect/>
            </a:stretch>
          </p:blipFill>
          <p:spPr>
            <a:xfrm>
              <a:off x="2844799" y="2097741"/>
              <a:ext cx="6514354" cy="265355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0DE5A7E-F488-D1FF-B507-AA3857FF9060}"/>
                </a:ext>
              </a:extLst>
            </p:cNvPr>
            <p:cNvSpPr/>
            <p:nvPr/>
          </p:nvSpPr>
          <p:spPr>
            <a:xfrm>
              <a:off x="3254478" y="3500284"/>
              <a:ext cx="2310580" cy="430161"/>
            </a:xfrm>
            <a:prstGeom prst="rect">
              <a:avLst/>
            </a:prstGeom>
            <a:solidFill>
              <a:srgbClr val="006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400" b="1" spc="-150" dirty="0"/>
                <a:t>스마트 투자 의사결정 도구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5E9203-5A35-EF79-6263-0200C0AD0A12}"/>
              </a:ext>
            </a:extLst>
          </p:cNvPr>
          <p:cNvGrpSpPr/>
          <p:nvPr/>
        </p:nvGrpSpPr>
        <p:grpSpPr>
          <a:xfrm>
            <a:off x="0" y="2729320"/>
            <a:ext cx="6514354" cy="2653554"/>
            <a:chOff x="2844799" y="2097741"/>
            <a:chExt cx="6514354" cy="2653554"/>
          </a:xfrm>
        </p:grpSpPr>
        <p:pic>
          <p:nvPicPr>
            <p:cNvPr id="3" name="그림 2" descr="텍스트, 명함, 로고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DFFF848-6AEC-239F-D26A-96A46EA20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526" r="-184" b="29665"/>
            <a:stretch>
              <a:fillRect/>
            </a:stretch>
          </p:blipFill>
          <p:spPr>
            <a:xfrm>
              <a:off x="2844799" y="2097741"/>
              <a:ext cx="6514354" cy="2653554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0A0F788-9564-FDCE-46E4-06D8DA9FF4E8}"/>
                </a:ext>
              </a:extLst>
            </p:cNvPr>
            <p:cNvSpPr/>
            <p:nvPr/>
          </p:nvSpPr>
          <p:spPr>
            <a:xfrm>
              <a:off x="3254478" y="3500284"/>
              <a:ext cx="2310580" cy="430161"/>
            </a:xfrm>
            <a:prstGeom prst="rect">
              <a:avLst/>
            </a:prstGeom>
            <a:solidFill>
              <a:srgbClr val="006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ko-KR" sz="1400" dirty="0"/>
                <a:t>Smart Investment Decision-Making Tool</a:t>
              </a:r>
              <a:endParaRPr kumimoji="1" lang="ko-KR" altLang="en-US" sz="1400" b="1" spc="-150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DEAAE07-2611-CE75-A7DD-8E9D4BF708BE}"/>
              </a:ext>
            </a:extLst>
          </p:cNvPr>
          <p:cNvGrpSpPr/>
          <p:nvPr/>
        </p:nvGrpSpPr>
        <p:grpSpPr>
          <a:xfrm>
            <a:off x="0" y="5455457"/>
            <a:ext cx="6514354" cy="2653554"/>
            <a:chOff x="2844799" y="2097741"/>
            <a:chExt cx="6514354" cy="2653554"/>
          </a:xfrm>
        </p:grpSpPr>
        <p:pic>
          <p:nvPicPr>
            <p:cNvPr id="9" name="그림 8" descr="텍스트, 명함, 로고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5A78D82-7E47-6B12-45B4-C465345D9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526" r="-184" b="29665"/>
            <a:stretch>
              <a:fillRect/>
            </a:stretch>
          </p:blipFill>
          <p:spPr>
            <a:xfrm>
              <a:off x="2844799" y="2097741"/>
              <a:ext cx="6514354" cy="265355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A487354-7630-FCE8-E705-F14ACF2D2CA9}"/>
                </a:ext>
              </a:extLst>
            </p:cNvPr>
            <p:cNvSpPr/>
            <p:nvPr/>
          </p:nvSpPr>
          <p:spPr>
            <a:xfrm>
              <a:off x="3254477" y="3500284"/>
              <a:ext cx="2550089" cy="430161"/>
            </a:xfrm>
            <a:prstGeom prst="rect">
              <a:avLst/>
            </a:prstGeom>
            <a:solidFill>
              <a:srgbClr val="006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400"/>
                <a:t>スマート</a:t>
              </a:r>
              <a:r>
                <a:rPr lang="ko-KR" altLang="en-US" sz="1400"/>
                <a:t>投資意思決定</a:t>
              </a:r>
              <a:r>
                <a:rPr lang="ja-JP" altLang="en-US" sz="1400"/>
                <a:t>ツール</a:t>
              </a:r>
              <a:endParaRPr kumimoji="1" lang="ko-KR" altLang="en-US" sz="1400" b="1" spc="-150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9DB1E04-38E5-547E-7247-046AEB4EDAB6}"/>
              </a:ext>
            </a:extLst>
          </p:cNvPr>
          <p:cNvGrpSpPr/>
          <p:nvPr/>
        </p:nvGrpSpPr>
        <p:grpSpPr>
          <a:xfrm>
            <a:off x="6514354" y="1363069"/>
            <a:ext cx="6514354" cy="2653554"/>
            <a:chOff x="2844799" y="2097741"/>
            <a:chExt cx="6514354" cy="2653554"/>
          </a:xfrm>
        </p:grpSpPr>
        <p:pic>
          <p:nvPicPr>
            <p:cNvPr id="12" name="그림 11" descr="텍스트, 명함, 로고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17E4308-D05A-8103-8E0B-AA8C690ED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526" r="-184" b="29665"/>
            <a:stretch>
              <a:fillRect/>
            </a:stretch>
          </p:blipFill>
          <p:spPr>
            <a:xfrm>
              <a:off x="2844799" y="2097741"/>
              <a:ext cx="6514354" cy="2653554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3DA5548-BA80-4554-C317-ABB6454670C3}"/>
                </a:ext>
              </a:extLst>
            </p:cNvPr>
            <p:cNvSpPr/>
            <p:nvPr/>
          </p:nvSpPr>
          <p:spPr>
            <a:xfrm>
              <a:off x="3254478" y="3500284"/>
              <a:ext cx="2310580" cy="430161"/>
            </a:xfrm>
            <a:prstGeom prst="rect">
              <a:avLst/>
            </a:prstGeom>
            <a:solidFill>
              <a:srgbClr val="006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err="1"/>
                <a:t>智能投资决策工具</a:t>
              </a:r>
              <a:endParaRPr kumimoji="1" lang="ko-KR" altLang="en-US" sz="1400" b="1" spc="-15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1D37C9-945A-3E6B-0E8C-BA9CAA245BD2}"/>
              </a:ext>
            </a:extLst>
          </p:cNvPr>
          <p:cNvGrpSpPr/>
          <p:nvPr/>
        </p:nvGrpSpPr>
        <p:grpSpPr>
          <a:xfrm>
            <a:off x="6514354" y="4204446"/>
            <a:ext cx="6514354" cy="2653554"/>
            <a:chOff x="2844799" y="2097741"/>
            <a:chExt cx="6514354" cy="2653554"/>
          </a:xfrm>
        </p:grpSpPr>
        <p:pic>
          <p:nvPicPr>
            <p:cNvPr id="15" name="그림 14" descr="텍스트, 명함, 로고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99B6073-5528-924E-679E-5404C767C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526" r="-184" b="29665"/>
            <a:stretch>
              <a:fillRect/>
            </a:stretch>
          </p:blipFill>
          <p:spPr>
            <a:xfrm>
              <a:off x="2844799" y="2097741"/>
              <a:ext cx="6514354" cy="2653554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4B9E6F9-119E-33D5-457C-D6FD02B6D80B}"/>
                </a:ext>
              </a:extLst>
            </p:cNvPr>
            <p:cNvSpPr/>
            <p:nvPr/>
          </p:nvSpPr>
          <p:spPr>
            <a:xfrm>
              <a:off x="2950868" y="3500284"/>
              <a:ext cx="2917799" cy="430161"/>
            </a:xfrm>
            <a:prstGeom prst="rect">
              <a:avLst/>
            </a:prstGeom>
            <a:solidFill>
              <a:srgbClr val="006C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ko-KR" sz="1400" dirty="0" err="1"/>
                <a:t>Herramienta</a:t>
              </a:r>
              <a:r>
                <a:rPr lang="en" altLang="ko-KR" sz="1400" dirty="0"/>
                <a:t> </a:t>
              </a:r>
              <a:r>
                <a:rPr lang="en" altLang="ko-KR" sz="1400" dirty="0" err="1"/>
                <a:t>inteligente</a:t>
              </a:r>
              <a:r>
                <a:rPr lang="en" altLang="ko-KR" sz="1400" dirty="0"/>
                <a:t> de </a:t>
              </a:r>
              <a:r>
                <a:rPr lang="en" altLang="ko-KR" sz="1400" dirty="0" err="1"/>
                <a:t>toma</a:t>
              </a:r>
              <a:r>
                <a:rPr lang="en" altLang="ko-KR" sz="1400" dirty="0"/>
                <a:t> de </a:t>
              </a:r>
              <a:r>
                <a:rPr lang="en" altLang="ko-KR" sz="1400" dirty="0" err="1"/>
                <a:t>decisiones</a:t>
              </a:r>
              <a:r>
                <a:rPr lang="en" altLang="ko-KR" sz="1400" dirty="0"/>
                <a:t> de </a:t>
              </a:r>
              <a:r>
                <a:rPr lang="en" altLang="ko-KR" sz="1400" dirty="0" err="1"/>
                <a:t>inversión</a:t>
              </a:r>
              <a:endParaRPr kumimoji="1" lang="ko-KR" altLang="en-US" sz="1400" b="1" spc="-15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077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25</Words>
  <Application>Microsoft Macintosh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9194</dc:creator>
  <cp:lastModifiedBy>9194</cp:lastModifiedBy>
  <cp:revision>4</cp:revision>
  <dcterms:created xsi:type="dcterms:W3CDTF">2026-02-12T00:46:53Z</dcterms:created>
  <dcterms:modified xsi:type="dcterms:W3CDTF">2026-02-26T09:36:56Z</dcterms:modified>
</cp:coreProperties>
</file>